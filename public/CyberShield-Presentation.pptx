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CyberShield — Live Threat Intelligence</dc:title>
  <dc:subject>Real-time cyber threat intelligence dashboard — project deck</dc:subject>
  <dc:creator>Umair Jamal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